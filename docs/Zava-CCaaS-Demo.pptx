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2926080"/>
            <a:ext cx="4206240" cy="42062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PARTNER-FACING DEMO  -  MICROSOFT CUSTOMER ENGINEERING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Automating the un-automatable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Agent365-managed AI agent with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Use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running in a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365 Agentic Cloud PC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drives a legacy claims system end-to-end - with no API on the legacy app.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cost*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4114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566160" y="4892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script, from scratch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4114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309360" y="4892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legacy-app APIs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Azure Static Web Apps Free tier hosts the CCaaS app + handoff API. Only the Computer-Use model deployment is billable.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wedge: a new answer to an old objection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37360"/>
            <a:ext cx="5212080" cy="502920"/>
          </a:xfrm>
          <a:prstGeom prst="rect">
            <a:avLst/>
          </a:prstGeom>
          <a:solidFill>
            <a:srgbClr val="8A2B2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-  the partner is stuck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754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7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can't automate that workflow - there's no API on the legacy system.”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contact-center transformation projects blocked at the last mile.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Thick-client claims / policy / billing systems with no integration surface.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Re-platforming is a multi-year, multi-million program nobody wants.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737360"/>
            <a:ext cx="5212080" cy="502920"/>
          </a:xfrm>
          <a:prstGeom prst="rect">
            <a:avLst/>
          </a:prstGeom>
          <a:solidFill>
            <a:srgbClr val="048A6E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737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 DEMO  -  the partner delivers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423160"/>
            <a:ext cx="4754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uses the app exactly like a person does - on screen.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API, no SDK, no re-platforming of the legacy system.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identity + full audit via Agent365.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 Windows 365 Agentic Cloud PC the customer already understands.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whole demo from scratch with one script.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Zava CCaaS  -  Agent365 + Windows 365 + Computer Use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call, handed from a human agent to an AI agent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99942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03120"/>
            <a:ext cx="1999427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1411194" y="2423160"/>
            <a:ext cx="457200" cy="45720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8" name="Text 6"/>
          <p:cNvSpPr/>
          <p:nvPr/>
        </p:nvSpPr>
        <p:spPr>
          <a:xfrm>
            <a:off x="1411194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18165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CCaaS desktop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68096" y="3566160"/>
            <a:ext cx="17433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call on a Genesys/Five9-styled web app. Live transcript + customer 360.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 rot="5400000">
            <a:off x="2657795" y="3502152"/>
            <a:ext cx="192024" cy="219456"/>
          </a:xfrm>
          <a:prstGeom prst="rtTriangle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2868107" y="2103120"/>
            <a:ext cx="199942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68107" y="2103120"/>
            <a:ext cx="1999427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3639221" y="2423160"/>
            <a:ext cx="457200" cy="45720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5" name="Text 13"/>
          <p:cNvSpPr/>
          <p:nvPr/>
        </p:nvSpPr>
        <p:spPr>
          <a:xfrm>
            <a:off x="3639221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59547" y="2971800"/>
            <a:ext cx="18165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 off to AI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996123" y="3566160"/>
            <a:ext cx="17433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clicks once. Call context posted as JSON to the Static Web App /api (seam #1).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 rot="5400000">
            <a:off x="4885822" y="3502152"/>
            <a:ext cx="192024" cy="219456"/>
          </a:xfrm>
          <a:prstGeom prst="rtTriangle">
            <a:avLst/>
          </a:prstGeom>
          <a:solidFill>
            <a:srgbClr val="02C39A"/>
          </a:solidFill>
          <a:ln/>
        </p:spPr>
      </p:sp>
      <p:sp>
        <p:nvSpPr>
          <p:cNvPr id="19" name="Shape 17"/>
          <p:cNvSpPr/>
          <p:nvPr/>
        </p:nvSpPr>
        <p:spPr>
          <a:xfrm>
            <a:off x="5096134" y="2103120"/>
            <a:ext cx="199942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96134" y="2103120"/>
            <a:ext cx="1999427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5867248" y="2423160"/>
            <a:ext cx="457200" cy="45720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22" name="Text 20"/>
          <p:cNvSpPr/>
          <p:nvPr/>
        </p:nvSpPr>
        <p:spPr>
          <a:xfrm>
            <a:off x="586724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87574" y="2971800"/>
            <a:ext cx="18165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Agent365 + W365A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224150" y="3566160"/>
            <a:ext cx="17433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 identity spins up in a Windows 365 Agentic Cloud PC.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rot="5400000">
            <a:off x="7113849" y="3502152"/>
            <a:ext cx="192024" cy="219456"/>
          </a:xfrm>
          <a:prstGeom prst="rtTriangle">
            <a:avLst/>
          </a:prstGeom>
          <a:solidFill>
            <a:srgbClr val="02C39A"/>
          </a:solidFill>
          <a:ln/>
        </p:spPr>
      </p:sp>
      <p:sp>
        <p:nvSpPr>
          <p:cNvPr id="26" name="Shape 24"/>
          <p:cNvSpPr/>
          <p:nvPr/>
        </p:nvSpPr>
        <p:spPr>
          <a:xfrm>
            <a:off x="7324161" y="2103120"/>
            <a:ext cx="199942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24161" y="2103120"/>
            <a:ext cx="1999427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8095275" y="2423160"/>
            <a:ext cx="457200" cy="45720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29" name="Text 27"/>
          <p:cNvSpPr/>
          <p:nvPr/>
        </p:nvSpPr>
        <p:spPr>
          <a:xfrm>
            <a:off x="8095275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415601" y="2971800"/>
            <a:ext cx="18165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Use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452177" y="3566160"/>
            <a:ext cx="17433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drives the legacy claims app on screen - launch, login, 5-step FNOL (seam #2).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 rot="5400000">
            <a:off x="9341876" y="3502152"/>
            <a:ext cx="192024" cy="219456"/>
          </a:xfrm>
          <a:prstGeom prst="rtTriangle">
            <a:avLst/>
          </a:prstGeom>
          <a:solidFill>
            <a:srgbClr val="02C39A"/>
          </a:solidFill>
          <a:ln/>
        </p:spPr>
      </p:sp>
      <p:sp>
        <p:nvSpPr>
          <p:cNvPr id="33" name="Shape 31"/>
          <p:cNvSpPr/>
          <p:nvPr/>
        </p:nvSpPr>
        <p:spPr>
          <a:xfrm>
            <a:off x="9552188" y="2103120"/>
            <a:ext cx="199942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552188" y="2103120"/>
            <a:ext cx="1999427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23302" y="2423160"/>
            <a:ext cx="457200" cy="45720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36" name="Text 34"/>
          <p:cNvSpPr/>
          <p:nvPr/>
        </p:nvSpPr>
        <p:spPr>
          <a:xfrm>
            <a:off x="10323302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643628" y="2971800"/>
            <a:ext cx="18165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to caller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680204" y="3566160"/>
            <a:ext cx="17433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ID read off the screen flows back to the desktop; human confirms and dispositions.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4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 is built to the legacy system. The agent simply uses it, the way a trained human agent would.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Zava CCaaS  -  Agent365 + Windows 365 + Computer Use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everything runs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84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agent workstation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50008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opens the CCaaS Agent Desktop (any device - Edge / Chrome).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3383280" cy="1828800"/>
          </a:xfrm>
          <a:prstGeom prst="rect">
            <a:avLst/>
          </a:prstGeom>
          <a:solidFill>
            <a:srgbClr val="0A3D62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995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Static Web Apps  (Free, $0)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361688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CCaaS web app AND the /api handoff endpoint (managed Functions). Central, public-repo-ready, region-flexible.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874520"/>
            <a:ext cx="3246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9842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Agent365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350008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 identity, lifecycle and full audit trail for every call the AI agent handles.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88620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3995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AI Foundry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4361688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Computer-Use agent (computer-use-preview). Copilot Studio is a drop-in alternative.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66760" y="1874520"/>
            <a:ext cx="3154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03920" y="19842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Windows 365 Agentic Cloud PC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2350008"/>
            <a:ext cx="2880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Entra-joined, no on-prem AD.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+ Computer Use run here and drive: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Zava Claims Workstation - the legacy Win32 app (the ONLY Win32 install).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2697480"/>
            <a:ext cx="5486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331720" y="3566160"/>
            <a:ext cx="0" cy="32004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818120" y="4800600"/>
            <a:ext cx="5486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886200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 #1: JSON POST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772400" y="507492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Computer Use (seam #2)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Zava CCaaS  -  Agent365 + Windows 365 + Computer Use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seams - and why each is the way it 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12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84248"/>
            <a:ext cx="1371600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842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 #1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19476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CCaaS  →  Agent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JSON POST of the call context to the Static Web App /api.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interim integration - exactly how Genesys / Five9 / NICE raise an event today.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contract-versioned (schemas/), easy to demo and to reason about.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for a real CCaaS webhook with no app changes.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12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984248"/>
            <a:ext cx="1371600" cy="329184"/>
          </a:xfrm>
          <a:prstGeom prst="rect">
            <a:avLst/>
          </a:prstGeom>
          <a:solidFill>
            <a:srgbClr val="048A6E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9842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 #2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01000" y="19476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 →  Legacy app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65176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Computer Use ONLY - never a file, never an API.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whole point: it proves automation with no integration surface.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launches the app, logs in, completes the FNOL wizard, and reads the claim ID off the screen.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against any thick client - nothing about the legacy app changes.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Zava CCaaS  -  Agent365 + Windows 365 + Computer Use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an empty subscription to a running demo - one script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937760" cy="4023360"/>
          </a:xfrm>
          <a:prstGeom prst="rect">
            <a:avLst/>
          </a:prstGeom>
          <a:solidFill>
            <a:srgbClr val="0B2447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scripts/Build-DemoFromScratch.ps1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F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one config file (git-ignored)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demo-config.sample.json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-&gt; demo-config.local.json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F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preview, change nothing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Build-DemoFromScratch.ps1 -WhatIf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F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build it for real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Build-DemoFromScratch.ps1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783080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89904" y="1929384"/>
            <a:ext cx="457200" cy="457200"/>
          </a:xfrm>
          <a:prstGeom prst="ellipse">
            <a:avLst/>
          </a:prstGeom>
          <a:solidFill>
            <a:srgbClr val="048A6E"/>
          </a:solidFill>
          <a:ln/>
        </p:spPr>
      </p:sp>
      <p:sp>
        <p:nvSpPr>
          <p:cNvPr id="10" name="Text 8"/>
          <p:cNvSpPr/>
          <p:nvPr/>
        </p:nvSpPr>
        <p:spPr>
          <a:xfrm>
            <a:off x="6089904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178308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config + check prerequisites (az, node, npm, pwsh)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0" y="2578608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9904" y="27249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089904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0" y="2578608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the Azure CLI to YOUR tenant + subscription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0" y="3374136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3520440"/>
            <a:ext cx="457200" cy="457200"/>
          </a:xfrm>
          <a:prstGeom prst="ellipse">
            <a:avLst/>
          </a:prstGeom>
          <a:solidFill>
            <a:srgbClr val="048A6E"/>
          </a:solidFill>
          <a:ln/>
        </p:spPr>
      </p:sp>
      <p:sp>
        <p:nvSpPr>
          <p:cNvPr id="18" name="Text 16"/>
          <p:cNvSpPr/>
          <p:nvPr/>
        </p:nvSpPr>
        <p:spPr>
          <a:xfrm>
            <a:off x="6089904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3374136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update the Foundry Computer-Use agent (captures its id)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4169664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9904" y="43159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089904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75120" y="4169664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Free Static Web App; deploy CCaaS app + /api; wire settings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0" y="4965192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5111496"/>
            <a:ext cx="457200" cy="457200"/>
          </a:xfrm>
          <a:prstGeom prst="ellipse">
            <a:avLst/>
          </a:prstGeom>
          <a:solidFill>
            <a:srgbClr val="048A6E"/>
          </a:solidFill>
          <a:ln/>
        </p:spPr>
      </p:sp>
      <p:sp>
        <p:nvSpPr>
          <p:cNvPr id="26" name="Text 24"/>
          <p:cNvSpPr/>
          <p:nvPr/>
        </p:nvSpPr>
        <p:spPr>
          <a:xfrm>
            <a:off x="6089904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75120" y="4965192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Entra group(s); deploy legacy Win32 app; publish CCaaS web link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4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 -  -WhatIf-safe  -  every step recorded  -  inverse teardown via Remove-DemoEnvironment.ps1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Zava CCaaS  -  Agent365 + Windows 365 + Computer Use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COST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Centrally hosted, $0 infrastructure, no lock-in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60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256032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 Apps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783080"/>
            <a:ext cx="2560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783080"/>
            <a:ext cx="256032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0116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520440" y="2926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 hosts BOTH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/api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2560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783080"/>
            <a:ext cx="256032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0116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6309360" y="2926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SWA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06840" y="1783080"/>
            <a:ext cx="2560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06840" y="1783080"/>
            <a:ext cx="256032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9006840" y="20116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9098280" y="2926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IDs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regions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886200"/>
            <a:ext cx="10881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023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 flexibility (no lock-in)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43891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subscription, tenant, admin, region and Cloud PC name comes from the config file - nothing is hardcoded.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Static Web Apps is offered in a limited set of regions (westus2, centralus, eastus2, westeurope, eastasia) - not in australiaeast.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SWA region to Australia East = eastasia. Static content is global-edge regardless; the Foundry workload can stay in australiaeast.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script validates the region and prints the supported list + nearest match if you pick an unsupported one.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Zava CCaaS  -  Agent365 + Windows 365 + Computer Use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a Cloud PC an agent workstation - add to a group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4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PC provisioning / licensing is OUT of scope. You create the Cloud PC; the scripts only add a device or user to a group, and the apps follow.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48840"/>
            <a:ext cx="521208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W365 Dedicated  -&gt;  target the DEVICE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Cloud PC's device object to the device group.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are assigned in DEVICE context - any user who signs in gets them.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a fixed, dedicated agent workstation.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it via intune.pilotCloudPcName, or add it in the portal.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214884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2148840"/>
            <a:ext cx="5212080" cy="548640"/>
          </a:xfrm>
          <a:prstGeom prst="rect">
            <a:avLst/>
          </a:prstGeom>
          <a:solidFill>
            <a:srgbClr val="048A6E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W365 Flex / Shared  -&gt;  target the USER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agent's user account to the user group.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are user-assigned - they follow the agent onto whichever shared Cloud PC they sign into.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Frontline / shared, multi-user pools.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it via intune.agentUserName, or add it in the portal.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Zava CCaaS  -  Agent365 + Windows 365 + Computer Use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Documented and checked - the one-time human gates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49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5349240" cy="502920"/>
          </a:xfrm>
          <a:prstGeom prst="rect">
            <a:avLst/>
          </a:prstGeom>
          <a:solidFill>
            <a:srgbClr val="048A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Checked automatically by the script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✓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CLI (az)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✓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20+ and npm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✓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7 (pwsh)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✓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Valid, fully-populated config file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✓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Static Web Apps region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failure stops fast with the exact install / fix command.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F2"/>
            </a:solidFill>
            <a:prstDash val="solid"/>
          </a:ln>
          <a:effectLst>
            <a:outerShdw sx="100000" sy="100000" kx="0" ky="0" algn="bl" rotWithShape="0" blurRad="88900" dist="38100" dir="8100000">
              <a:srgbClr val="0B2447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828800"/>
            <a:ext cx="5349240" cy="502920"/>
          </a:xfrm>
          <a:prstGeom prst="rect">
            <a:avLst/>
          </a:prstGeom>
          <a:solidFill>
            <a:srgbClr val="8A5B0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828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One-time human gates (cannot be scripted)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0" y="251460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with Microsoft 365 E5 + Windows 365 Agentic Cloud PC.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Bootstrap-DemoServicePrincipal.ps1 ONCE as Global Admin (app registration + consent).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computer-use-preview model access once (aka.ms/oai/cuaaccess) - Foundry path.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Computer Use -&gt; Windows 365 connection before each demo.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Zava CCaaS  -  Agent365 + Windows 365 + Computer Use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CHOICE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Foundry Agent Service  vs  Copilot Studio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926080" cy="502920"/>
          </a:xfrm>
          <a:prstGeom prst="rect">
            <a:avLst/>
          </a:prstGeom>
          <a:solidFill>
            <a:srgbClr val="0B2447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1874520"/>
            <a:ext cx="4160520" cy="502920"/>
          </a:xfrm>
          <a:prstGeom prst="rect">
            <a:avLst/>
          </a:prstGeom>
          <a:solidFill>
            <a:srgbClr val="0B2447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5888" y="1874520"/>
            <a:ext cx="3941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AI Foundry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26680" y="1874520"/>
            <a:ext cx="4160520" cy="502920"/>
          </a:xfrm>
          <a:prstGeom prst="rect">
            <a:avLst/>
          </a:prstGeom>
          <a:solidFill>
            <a:srgbClr val="0B2447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36408" y="1874520"/>
            <a:ext cx="3941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Studio (MCS)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2926080" cy="868680"/>
          </a:xfrm>
          <a:prstGeom prst="rect">
            <a:avLst/>
          </a:prstGeom>
          <a:solidFill>
            <a:srgbClr val="CFE3F2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77440"/>
            <a:ext cx="2706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Computer-Use model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66160" y="2377440"/>
            <a:ext cx="4160520" cy="868680"/>
          </a:xfrm>
          <a:prstGeom prst="rect">
            <a:avLst/>
          </a:prstGeom>
          <a:solidFill>
            <a:srgbClr val="EAF6F2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2377440"/>
            <a:ext cx="3941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computer-use-preview</a:t>
            </a:r>
            <a:endParaRPr lang="en-US" sz="12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(access-gated approval)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26680" y="237744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36408" y="2377440"/>
            <a:ext cx="3941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frontier vision model</a:t>
            </a:r>
            <a:endParaRPr lang="en-US" sz="12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model approval)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2926080" cy="777240"/>
          </a:xfrm>
          <a:prstGeom prst="rect">
            <a:avLst/>
          </a:prstGeom>
          <a:solidFill>
            <a:srgbClr val="CFE3F2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246120"/>
            <a:ext cx="2706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66160" y="3246120"/>
            <a:ext cx="4160520" cy="777240"/>
          </a:xfrm>
          <a:prstGeom prst="rect">
            <a:avLst/>
          </a:prstGeom>
          <a:solidFill>
            <a:srgbClr val="EAF6F2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5888" y="3246120"/>
            <a:ext cx="3941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end-to-end</a:t>
            </a:r>
            <a:endParaRPr lang="en-US" sz="12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(Deploy-Agent.ps1)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26680" y="324612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36408" y="3246120"/>
            <a:ext cx="3941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portal configuration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023360"/>
            <a:ext cx="2926080" cy="731520"/>
          </a:xfrm>
          <a:prstGeom prst="rect">
            <a:avLst/>
          </a:prstGeom>
          <a:solidFill>
            <a:srgbClr val="CFE3F2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4023360"/>
            <a:ext cx="2706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566160" y="4023360"/>
            <a:ext cx="4160520" cy="731520"/>
          </a:xfrm>
          <a:prstGeom prst="rect">
            <a:avLst/>
          </a:prstGeom>
          <a:solidFill>
            <a:srgbClr val="EAF6F2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4023360"/>
            <a:ext cx="3941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model deployment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726680" y="402336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36408" y="4023360"/>
            <a:ext cx="3941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Platform / MCS licensing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4754880"/>
            <a:ext cx="2926080" cy="868680"/>
          </a:xfrm>
          <a:prstGeom prst="rect">
            <a:avLst/>
          </a:prstGeom>
          <a:solidFill>
            <a:srgbClr val="CFE3F2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754880"/>
            <a:ext cx="2706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566160" y="4754880"/>
            <a:ext cx="4160520" cy="868680"/>
          </a:xfrm>
          <a:prstGeom prst="rect">
            <a:avLst/>
          </a:prstGeom>
          <a:solidFill>
            <a:srgbClr val="EAF6F2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75888" y="4754880"/>
            <a:ext cx="3941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- full automation</a:t>
            </a:r>
            <a:endParaRPr lang="en-US" sz="12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evaluation tooling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726680" y="475488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36408" y="4754880"/>
            <a:ext cx="3941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if model access</a:t>
            </a:r>
            <a:endParaRPr lang="en-US" sz="12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approved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4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CCaaS app and the legacy app are platform-agnostic - the same demo runs on either agent platform.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Zava CCaaS  -  Agent365 + Windows 365 + Computer Use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3291840"/>
            <a:ext cx="5486400" cy="5486400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14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 the un-automatable - and prove it live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10058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✓"/>
            </a:pPr>
            <a:r>
              <a:rPr lang="en-US" sz="16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on the legacy system - on-screen Computer Use, governed by Agent365.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✓"/>
            </a:pPr>
            <a:r>
              <a:rPr lang="en-US" sz="16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centrally on Azure Static Web Apps Free tier - $0 infrastructure.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✓"/>
            </a:pPr>
            <a:r>
              <a:rPr lang="en-US" sz="16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it up from scratch with one script - prerequisites checked, region-flexible, no hardcoded identities.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✓"/>
            </a:pPr>
            <a:r>
              <a:rPr lang="en-US" sz="16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by group membership (device or user) - no Cloud PC provisioning in scope.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✓"/>
            </a:pPr>
            <a:r>
              <a:rPr lang="en-US" sz="16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by default; Copilot Studio as the fallback - the demo is platform-agnostic.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github.com/RoelDU/CCaaSDemoApp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Zava CCaaS  -  Agent365 + Windows 365 + Computer Use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Zava CCaaS Computer-Use Demo</dc:title>
  <dc:subject>PptxGenJS Presentation</dc:subject>
  <dc:creator>Roel Schellens (WCX, Microsoft)</dc:creator>
  <cp:lastModifiedBy>Roel Schellens (WCX, Microsoft)</cp:lastModifiedBy>
  <cp:revision>1</cp:revision>
  <dcterms:created xsi:type="dcterms:W3CDTF">2026-06-02T00:46:33Z</dcterms:created>
  <dcterms:modified xsi:type="dcterms:W3CDTF">2026-06-02T00:46:33Z</dcterms:modified>
</cp:coreProperties>
</file>